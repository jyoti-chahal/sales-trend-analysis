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Tableau Analysis of Sample Superstore Dataset</a:t>
            </a:r>
          </a:p>
          <a:p>
            <a:r>
              <a:t>Prepared by Jyoti Chahal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Sales: Indicates the gross revenue generated</a:t>
            </a:r>
          </a:p>
          <a:p>
            <a:r>
              <a:t>- Total Profit: Reflects the overall profitability</a:t>
            </a:r>
          </a:p>
          <a:p>
            <a:r>
              <a:t>- Profit Margin: Calculated as Profit/Sales, highlights efficiency</a:t>
            </a:r>
          </a:p>
          <a:p>
            <a:r>
              <a:t>- Total Orders: Total number of transactions/orders placed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Insight:</a:t>
            </a:r>
          </a:p>
          <a:p>
            <a:r>
              <a:t>- Sales show a clear upward trend over time with seasonal spikes</a:t>
            </a:r>
          </a:p>
          <a:p>
            <a:r>
              <a:t>- Highest sales observed during Q4, indicating strong year-end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Insight:</a:t>
            </a:r>
          </a:p>
          <a:p>
            <a:r>
              <a:t>- Technology is the most profitable category</a:t>
            </a:r>
          </a:p>
          <a:p>
            <a:r>
              <a:t>- Furniture has relatively low profits and may need review for cost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Insight:</a:t>
            </a:r>
          </a:p>
          <a:p>
            <a:r>
              <a:t>- Western and Eastern regions lead in sales</a:t>
            </a:r>
          </a:p>
          <a:p>
            <a:r>
              <a:t>- Central region shows decent sales but low profitability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Products by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Insight:</a:t>
            </a:r>
          </a:p>
          <a:p>
            <a:r>
              <a:t>- High-performing products belong mostly to Office Supplies and Technology</a:t>
            </a:r>
          </a:p>
          <a:p>
            <a:r>
              <a:t>- Focus marketing efforts on these products to boost sales further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Insight:</a:t>
            </a:r>
          </a:p>
          <a:p>
            <a:r>
              <a:t>- Consumer segment contributes the most to sales</a:t>
            </a:r>
          </a:p>
          <a:p>
            <a:r>
              <a:t>- Corporate and Home Office segments show steady but smaller contributions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 profitability in Furniture category through cost control</a:t>
            </a:r>
          </a:p>
          <a:p>
            <a:r>
              <a:t>- Explore growth opportunities in underperforming regions</a:t>
            </a:r>
          </a:p>
          <a:p>
            <a:r>
              <a:t>- Leverage high-performing products and Consumer segment for targeted campaigns</a:t>
            </a:r>
          </a:p>
          <a:p>
            <a:r>
              <a:t>- Add filters and interactivity to dashboards for deeper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